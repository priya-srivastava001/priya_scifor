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28"/>
  </p:notesMasterIdLst>
  <p:sldIdLst>
    <p:sldId id="256" r:id="rId2"/>
    <p:sldId id="267" r:id="rId3"/>
    <p:sldId id="257" r:id="rId4"/>
    <p:sldId id="258" r:id="rId5"/>
    <p:sldId id="259" r:id="rId6"/>
    <p:sldId id="260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6" r:id="rId16"/>
    <p:sldId id="275" r:id="rId17"/>
    <p:sldId id="277" r:id="rId18"/>
    <p:sldId id="278" r:id="rId19"/>
    <p:sldId id="279" r:id="rId20"/>
    <p:sldId id="280" r:id="rId21"/>
    <p:sldId id="281" r:id="rId22"/>
    <p:sldId id="261" r:id="rId23"/>
    <p:sldId id="262" r:id="rId24"/>
    <p:sldId id="263" r:id="rId25"/>
    <p:sldId id="264" r:id="rId26"/>
    <p:sldId id="265" r:id="rId2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1"/>
    <a:srgbClr val="FFFFC9"/>
    <a:srgbClr val="FFFFCC"/>
    <a:srgbClr val="E7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75C978-9139-4496-9201-A4A17A4C509C}" type="doc">
      <dgm:prSet loTypeId="urn:microsoft.com/office/officeart/2008/layout/HorizontalMultiLevelHierarchy" loCatId="hierarchy" qsTypeId="urn:microsoft.com/office/officeart/2005/8/quickstyle/3d7" qsCatId="3D" csTypeId="urn:microsoft.com/office/officeart/2005/8/colors/accent5_5" csCatId="accent5"/>
      <dgm:spPr/>
      <dgm:t>
        <a:bodyPr/>
        <a:lstStyle/>
        <a:p>
          <a:endParaRPr lang="en-US"/>
        </a:p>
      </dgm:t>
    </dgm:pt>
    <dgm:pt modelId="{80EE199E-0263-4CDE-B7EA-F9BFDC3C63E8}">
      <dgm:prSet/>
      <dgm:spPr/>
      <dgm:t>
        <a:bodyPr/>
        <a:lstStyle/>
        <a:p>
          <a:pPr rtl="0"/>
          <a:r>
            <a:rPr lang="en-US" b="1" smtClean="0"/>
            <a:t>AGENDA:</a:t>
          </a:r>
          <a:endParaRPr lang="en-IN"/>
        </a:p>
      </dgm:t>
    </dgm:pt>
    <dgm:pt modelId="{D693E33E-D053-428A-BC32-1020DD486745}" type="parTrans" cxnId="{E46FC68A-B3A0-46B1-B645-FD130DE809F7}">
      <dgm:prSet/>
      <dgm:spPr/>
      <dgm:t>
        <a:bodyPr/>
        <a:lstStyle/>
        <a:p>
          <a:endParaRPr lang="en-US"/>
        </a:p>
      </dgm:t>
    </dgm:pt>
    <dgm:pt modelId="{3793C293-D3C2-4DA1-9CBA-B3901BD8E2E4}" type="sibTrans" cxnId="{E46FC68A-B3A0-46B1-B645-FD130DE809F7}">
      <dgm:prSet/>
      <dgm:spPr/>
      <dgm:t>
        <a:bodyPr/>
        <a:lstStyle/>
        <a:p>
          <a:endParaRPr lang="en-US"/>
        </a:p>
      </dgm:t>
    </dgm:pt>
    <dgm:pt modelId="{59967985-0973-45A6-8400-BB42A853C09F}">
      <dgm:prSet/>
      <dgm:spPr/>
      <dgm:t>
        <a:bodyPr/>
        <a:lstStyle/>
        <a:p>
          <a:pPr rtl="0"/>
          <a:r>
            <a:rPr lang="en-US" b="1" smtClean="0"/>
            <a:t>What is Object Detection</a:t>
          </a:r>
          <a:endParaRPr lang="en-IN"/>
        </a:p>
      </dgm:t>
    </dgm:pt>
    <dgm:pt modelId="{80E13703-2914-43B2-9CD4-8FB070D94454}" type="parTrans" cxnId="{A9960C42-4C87-48A5-8B1F-F07B0CD0D454}">
      <dgm:prSet/>
      <dgm:spPr/>
      <dgm:t>
        <a:bodyPr/>
        <a:lstStyle/>
        <a:p>
          <a:endParaRPr lang="en-US"/>
        </a:p>
      </dgm:t>
    </dgm:pt>
    <dgm:pt modelId="{42130B2D-44A4-49A2-896B-0EA0C8F4399D}" type="sibTrans" cxnId="{A9960C42-4C87-48A5-8B1F-F07B0CD0D454}">
      <dgm:prSet/>
      <dgm:spPr/>
      <dgm:t>
        <a:bodyPr/>
        <a:lstStyle/>
        <a:p>
          <a:endParaRPr lang="en-US"/>
        </a:p>
      </dgm:t>
    </dgm:pt>
    <dgm:pt modelId="{28B11DA1-D7DB-4C4D-9D5C-6D4471663182}">
      <dgm:prSet/>
      <dgm:spPr/>
      <dgm:t>
        <a:bodyPr/>
        <a:lstStyle/>
        <a:p>
          <a:pPr rtl="0"/>
          <a:r>
            <a:rPr lang="en-US" b="1" smtClean="0"/>
            <a:t>YOLO?</a:t>
          </a:r>
          <a:endParaRPr lang="en-IN"/>
        </a:p>
      </dgm:t>
    </dgm:pt>
    <dgm:pt modelId="{9082B22B-88E9-458E-B6DF-B05AED2AE32C}" type="parTrans" cxnId="{F40BCDBE-5FB8-4640-8FBB-B98DF597ED1F}">
      <dgm:prSet/>
      <dgm:spPr/>
      <dgm:t>
        <a:bodyPr/>
        <a:lstStyle/>
        <a:p>
          <a:endParaRPr lang="en-US"/>
        </a:p>
      </dgm:t>
    </dgm:pt>
    <dgm:pt modelId="{F207995E-2284-4BFF-AF18-E408F75E7538}" type="sibTrans" cxnId="{F40BCDBE-5FB8-4640-8FBB-B98DF597ED1F}">
      <dgm:prSet/>
      <dgm:spPr/>
      <dgm:t>
        <a:bodyPr/>
        <a:lstStyle/>
        <a:p>
          <a:endParaRPr lang="en-US"/>
        </a:p>
      </dgm:t>
    </dgm:pt>
    <dgm:pt modelId="{4A63DE86-1B24-4C70-A90F-6B4EA3303FEF}">
      <dgm:prSet/>
      <dgm:spPr/>
      <dgm:t>
        <a:bodyPr/>
        <a:lstStyle/>
        <a:p>
          <a:pPr rtl="0"/>
          <a:r>
            <a:rPr lang="en-US" b="1" smtClean="0"/>
            <a:t>YOLO Architecture</a:t>
          </a:r>
          <a:endParaRPr lang="en-IN"/>
        </a:p>
      </dgm:t>
    </dgm:pt>
    <dgm:pt modelId="{3E7F2EBB-A636-4EFC-8648-F896A45E5F2C}" type="parTrans" cxnId="{B46DDA99-5D4D-42B7-898A-A194DF454C29}">
      <dgm:prSet/>
      <dgm:spPr/>
      <dgm:t>
        <a:bodyPr/>
        <a:lstStyle/>
        <a:p>
          <a:endParaRPr lang="en-US"/>
        </a:p>
      </dgm:t>
    </dgm:pt>
    <dgm:pt modelId="{12A0EC06-1931-4718-88A8-D201DEAB36D8}" type="sibTrans" cxnId="{B46DDA99-5D4D-42B7-898A-A194DF454C29}">
      <dgm:prSet/>
      <dgm:spPr/>
      <dgm:t>
        <a:bodyPr/>
        <a:lstStyle/>
        <a:p>
          <a:endParaRPr lang="en-US"/>
        </a:p>
      </dgm:t>
    </dgm:pt>
    <dgm:pt modelId="{6B84454C-64D9-4049-B5ED-A15B7DB78B5D}">
      <dgm:prSet/>
      <dgm:spPr/>
      <dgm:t>
        <a:bodyPr/>
        <a:lstStyle/>
        <a:p>
          <a:pPr rtl="0"/>
          <a:r>
            <a:rPr lang="en-US" b="1" smtClean="0"/>
            <a:t>How YOLO Works?</a:t>
          </a:r>
          <a:endParaRPr lang="en-IN"/>
        </a:p>
      </dgm:t>
    </dgm:pt>
    <dgm:pt modelId="{8EA29763-565C-4230-8F8B-C67A7B18FB2E}" type="parTrans" cxnId="{97D16D26-A281-4BFE-A042-67A06283B630}">
      <dgm:prSet/>
      <dgm:spPr/>
      <dgm:t>
        <a:bodyPr/>
        <a:lstStyle/>
        <a:p>
          <a:endParaRPr lang="en-US"/>
        </a:p>
      </dgm:t>
    </dgm:pt>
    <dgm:pt modelId="{F887CD1B-3BD6-4E1C-A12E-AB77E681CB3C}" type="sibTrans" cxnId="{97D16D26-A281-4BFE-A042-67A06283B630}">
      <dgm:prSet/>
      <dgm:spPr/>
      <dgm:t>
        <a:bodyPr/>
        <a:lstStyle/>
        <a:p>
          <a:endParaRPr lang="en-US"/>
        </a:p>
      </dgm:t>
    </dgm:pt>
    <dgm:pt modelId="{F5B607BD-E146-4BC5-800C-5586D930E227}">
      <dgm:prSet/>
      <dgm:spPr/>
      <dgm:t>
        <a:bodyPr/>
        <a:lstStyle/>
        <a:p>
          <a:pPr rtl="0"/>
          <a:r>
            <a:rPr lang="en-US" b="1" smtClean="0"/>
            <a:t>Real-Scenario with YOLO</a:t>
          </a:r>
          <a:endParaRPr lang="en-IN"/>
        </a:p>
      </dgm:t>
    </dgm:pt>
    <dgm:pt modelId="{893891A9-5CA8-49CC-9632-731A881BF1E5}" type="parTrans" cxnId="{B847A1A1-E16A-45FB-B270-05A36EB4DE59}">
      <dgm:prSet/>
      <dgm:spPr/>
      <dgm:t>
        <a:bodyPr/>
        <a:lstStyle/>
        <a:p>
          <a:endParaRPr lang="en-US"/>
        </a:p>
      </dgm:t>
    </dgm:pt>
    <dgm:pt modelId="{6BB2D6F9-F713-4493-948C-7F8611D3596D}" type="sibTrans" cxnId="{B847A1A1-E16A-45FB-B270-05A36EB4DE59}">
      <dgm:prSet/>
      <dgm:spPr/>
      <dgm:t>
        <a:bodyPr/>
        <a:lstStyle/>
        <a:p>
          <a:endParaRPr lang="en-US"/>
        </a:p>
      </dgm:t>
    </dgm:pt>
    <dgm:pt modelId="{8F854252-2AE2-421E-AA3C-B53816DF8813}">
      <dgm:prSet/>
      <dgm:spPr/>
      <dgm:t>
        <a:bodyPr/>
        <a:lstStyle/>
        <a:p>
          <a:pPr rtl="0"/>
          <a:r>
            <a:rPr lang="en-US" b="1" smtClean="0"/>
            <a:t>Demo Code</a:t>
          </a:r>
          <a:endParaRPr lang="en-IN"/>
        </a:p>
      </dgm:t>
    </dgm:pt>
    <dgm:pt modelId="{2D1F27E3-BBB7-4959-861C-E0A2179E1AC3}" type="parTrans" cxnId="{11F1AA61-8485-427A-B440-6788541D56CA}">
      <dgm:prSet/>
      <dgm:spPr/>
      <dgm:t>
        <a:bodyPr/>
        <a:lstStyle/>
        <a:p>
          <a:endParaRPr lang="en-US"/>
        </a:p>
      </dgm:t>
    </dgm:pt>
    <dgm:pt modelId="{9241C85B-5985-4F97-8596-ECC153B1AC2C}" type="sibTrans" cxnId="{11F1AA61-8485-427A-B440-6788541D56CA}">
      <dgm:prSet/>
      <dgm:spPr/>
      <dgm:t>
        <a:bodyPr/>
        <a:lstStyle/>
        <a:p>
          <a:endParaRPr lang="en-US"/>
        </a:p>
      </dgm:t>
    </dgm:pt>
    <dgm:pt modelId="{D54D497C-2677-4D64-A05E-7900C783670A}" type="pres">
      <dgm:prSet presAssocID="{2175C978-9139-4496-9201-A4A17A4C509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C9C5406-F364-4D25-AC12-2AD694DABE98}" type="pres">
      <dgm:prSet presAssocID="{80EE199E-0263-4CDE-B7EA-F9BFDC3C63E8}" presName="root1" presStyleCnt="0"/>
      <dgm:spPr/>
    </dgm:pt>
    <dgm:pt modelId="{60B43006-020E-4515-9052-C8CE43B5395B}" type="pres">
      <dgm:prSet presAssocID="{80EE199E-0263-4CDE-B7EA-F9BFDC3C63E8}" presName="LevelOneTextNode" presStyleLbl="node0" presStyleIdx="0" presStyleCnt="1">
        <dgm:presLayoutVars>
          <dgm:chPref val="3"/>
        </dgm:presLayoutVars>
      </dgm:prSet>
      <dgm:spPr/>
    </dgm:pt>
    <dgm:pt modelId="{5C3980DB-8EE4-4EDF-AD70-86A4A4455895}" type="pres">
      <dgm:prSet presAssocID="{80EE199E-0263-4CDE-B7EA-F9BFDC3C63E8}" presName="level2hierChild" presStyleCnt="0"/>
      <dgm:spPr/>
    </dgm:pt>
    <dgm:pt modelId="{81160FDF-DC06-468F-82C7-884EEBFA17A7}" type="pres">
      <dgm:prSet presAssocID="{80E13703-2914-43B2-9CD4-8FB070D94454}" presName="conn2-1" presStyleLbl="parChTrans1D2" presStyleIdx="0" presStyleCnt="6"/>
      <dgm:spPr/>
    </dgm:pt>
    <dgm:pt modelId="{C558FCA4-CCDB-41EE-975C-8237EBAA5D0C}" type="pres">
      <dgm:prSet presAssocID="{80E13703-2914-43B2-9CD4-8FB070D94454}" presName="connTx" presStyleLbl="parChTrans1D2" presStyleIdx="0" presStyleCnt="6"/>
      <dgm:spPr/>
    </dgm:pt>
    <dgm:pt modelId="{C27FF023-FC8F-4010-9C2E-CF609F299AAE}" type="pres">
      <dgm:prSet presAssocID="{59967985-0973-45A6-8400-BB42A853C09F}" presName="root2" presStyleCnt="0"/>
      <dgm:spPr/>
    </dgm:pt>
    <dgm:pt modelId="{928FED43-3684-40B7-B139-CACE56193D24}" type="pres">
      <dgm:prSet presAssocID="{59967985-0973-45A6-8400-BB42A853C09F}" presName="LevelTwoTextNode" presStyleLbl="node2" presStyleIdx="0" presStyleCnt="6">
        <dgm:presLayoutVars>
          <dgm:chPref val="3"/>
        </dgm:presLayoutVars>
      </dgm:prSet>
      <dgm:spPr/>
    </dgm:pt>
    <dgm:pt modelId="{B0F1087C-AD87-467E-BE3F-8A773C80FE1C}" type="pres">
      <dgm:prSet presAssocID="{59967985-0973-45A6-8400-BB42A853C09F}" presName="level3hierChild" presStyleCnt="0"/>
      <dgm:spPr/>
    </dgm:pt>
    <dgm:pt modelId="{D8B99780-A24F-404F-8B63-97061FFD7B8A}" type="pres">
      <dgm:prSet presAssocID="{9082B22B-88E9-458E-B6DF-B05AED2AE32C}" presName="conn2-1" presStyleLbl="parChTrans1D2" presStyleIdx="1" presStyleCnt="6"/>
      <dgm:spPr/>
    </dgm:pt>
    <dgm:pt modelId="{9B6D5DA4-F84C-49A7-AB06-3E115DF6C361}" type="pres">
      <dgm:prSet presAssocID="{9082B22B-88E9-458E-B6DF-B05AED2AE32C}" presName="connTx" presStyleLbl="parChTrans1D2" presStyleIdx="1" presStyleCnt="6"/>
      <dgm:spPr/>
    </dgm:pt>
    <dgm:pt modelId="{E1E7C857-1029-4E8F-A3A4-033579A678FC}" type="pres">
      <dgm:prSet presAssocID="{28B11DA1-D7DB-4C4D-9D5C-6D4471663182}" presName="root2" presStyleCnt="0"/>
      <dgm:spPr/>
    </dgm:pt>
    <dgm:pt modelId="{892CDCD5-F31B-48A6-972F-9BC12FD0133C}" type="pres">
      <dgm:prSet presAssocID="{28B11DA1-D7DB-4C4D-9D5C-6D4471663182}" presName="LevelTwoTextNode" presStyleLbl="node2" presStyleIdx="1" presStyleCnt="6">
        <dgm:presLayoutVars>
          <dgm:chPref val="3"/>
        </dgm:presLayoutVars>
      </dgm:prSet>
      <dgm:spPr/>
    </dgm:pt>
    <dgm:pt modelId="{73EA23FB-340E-40C2-9153-528B1AF3A644}" type="pres">
      <dgm:prSet presAssocID="{28B11DA1-D7DB-4C4D-9D5C-6D4471663182}" presName="level3hierChild" presStyleCnt="0"/>
      <dgm:spPr/>
    </dgm:pt>
    <dgm:pt modelId="{AD67203D-2743-4DFC-8CC2-C2831EC2C978}" type="pres">
      <dgm:prSet presAssocID="{3E7F2EBB-A636-4EFC-8648-F896A45E5F2C}" presName="conn2-1" presStyleLbl="parChTrans1D2" presStyleIdx="2" presStyleCnt="6"/>
      <dgm:spPr/>
    </dgm:pt>
    <dgm:pt modelId="{80931F35-8CCB-42F1-8CFD-49EA21CA42D7}" type="pres">
      <dgm:prSet presAssocID="{3E7F2EBB-A636-4EFC-8648-F896A45E5F2C}" presName="connTx" presStyleLbl="parChTrans1D2" presStyleIdx="2" presStyleCnt="6"/>
      <dgm:spPr/>
    </dgm:pt>
    <dgm:pt modelId="{62AC13FE-11BE-4C5A-8D56-0A1B7AD268F2}" type="pres">
      <dgm:prSet presAssocID="{4A63DE86-1B24-4C70-A90F-6B4EA3303FEF}" presName="root2" presStyleCnt="0"/>
      <dgm:spPr/>
    </dgm:pt>
    <dgm:pt modelId="{E96CF8AB-80B1-43CC-A474-9EC4578DE2ED}" type="pres">
      <dgm:prSet presAssocID="{4A63DE86-1B24-4C70-A90F-6B4EA3303FEF}" presName="LevelTwoTextNode" presStyleLbl="node2" presStyleIdx="2" presStyleCnt="6">
        <dgm:presLayoutVars>
          <dgm:chPref val="3"/>
        </dgm:presLayoutVars>
      </dgm:prSet>
      <dgm:spPr/>
    </dgm:pt>
    <dgm:pt modelId="{383382F6-4BB7-4D61-8255-0342ECBB9422}" type="pres">
      <dgm:prSet presAssocID="{4A63DE86-1B24-4C70-A90F-6B4EA3303FEF}" presName="level3hierChild" presStyleCnt="0"/>
      <dgm:spPr/>
    </dgm:pt>
    <dgm:pt modelId="{B0AFDA0E-02A3-44CA-AE4D-E84006E528BF}" type="pres">
      <dgm:prSet presAssocID="{8EA29763-565C-4230-8F8B-C67A7B18FB2E}" presName="conn2-1" presStyleLbl="parChTrans1D2" presStyleIdx="3" presStyleCnt="6"/>
      <dgm:spPr/>
    </dgm:pt>
    <dgm:pt modelId="{CEA32D01-B60B-4C04-A4DD-04066269FC86}" type="pres">
      <dgm:prSet presAssocID="{8EA29763-565C-4230-8F8B-C67A7B18FB2E}" presName="connTx" presStyleLbl="parChTrans1D2" presStyleIdx="3" presStyleCnt="6"/>
      <dgm:spPr/>
    </dgm:pt>
    <dgm:pt modelId="{6BC9F6C8-5049-45BE-857C-B3C6BFB75BDA}" type="pres">
      <dgm:prSet presAssocID="{6B84454C-64D9-4049-B5ED-A15B7DB78B5D}" presName="root2" presStyleCnt="0"/>
      <dgm:spPr/>
    </dgm:pt>
    <dgm:pt modelId="{287CD67A-F0BE-4372-ACBD-839C5CCECA53}" type="pres">
      <dgm:prSet presAssocID="{6B84454C-64D9-4049-B5ED-A15B7DB78B5D}" presName="LevelTwoTextNode" presStyleLbl="node2" presStyleIdx="3" presStyleCnt="6">
        <dgm:presLayoutVars>
          <dgm:chPref val="3"/>
        </dgm:presLayoutVars>
      </dgm:prSet>
      <dgm:spPr/>
    </dgm:pt>
    <dgm:pt modelId="{AC8D5690-1814-4718-BCCC-805A960209EC}" type="pres">
      <dgm:prSet presAssocID="{6B84454C-64D9-4049-B5ED-A15B7DB78B5D}" presName="level3hierChild" presStyleCnt="0"/>
      <dgm:spPr/>
    </dgm:pt>
    <dgm:pt modelId="{EC672608-D94A-4E4A-82E7-FCD94C7ABF20}" type="pres">
      <dgm:prSet presAssocID="{893891A9-5CA8-49CC-9632-731A881BF1E5}" presName="conn2-1" presStyleLbl="parChTrans1D2" presStyleIdx="4" presStyleCnt="6"/>
      <dgm:spPr/>
    </dgm:pt>
    <dgm:pt modelId="{C089D6F5-E5D6-49D3-BFA1-643337AE5EB8}" type="pres">
      <dgm:prSet presAssocID="{893891A9-5CA8-49CC-9632-731A881BF1E5}" presName="connTx" presStyleLbl="parChTrans1D2" presStyleIdx="4" presStyleCnt="6"/>
      <dgm:spPr/>
    </dgm:pt>
    <dgm:pt modelId="{87441CD5-0877-4CE6-B113-3B1BF81027D7}" type="pres">
      <dgm:prSet presAssocID="{F5B607BD-E146-4BC5-800C-5586D930E227}" presName="root2" presStyleCnt="0"/>
      <dgm:spPr/>
    </dgm:pt>
    <dgm:pt modelId="{F51A9A4B-D4A8-4E15-B934-5B701BA63EF6}" type="pres">
      <dgm:prSet presAssocID="{F5B607BD-E146-4BC5-800C-5586D930E227}" presName="LevelTwoTextNode" presStyleLbl="node2" presStyleIdx="4" presStyleCnt="6">
        <dgm:presLayoutVars>
          <dgm:chPref val="3"/>
        </dgm:presLayoutVars>
      </dgm:prSet>
      <dgm:spPr/>
    </dgm:pt>
    <dgm:pt modelId="{FE6E350F-4008-4FCE-87A6-98575E3D15C4}" type="pres">
      <dgm:prSet presAssocID="{F5B607BD-E146-4BC5-800C-5586D930E227}" presName="level3hierChild" presStyleCnt="0"/>
      <dgm:spPr/>
    </dgm:pt>
    <dgm:pt modelId="{6A26BA26-1A18-4288-AA1C-939396AE11DD}" type="pres">
      <dgm:prSet presAssocID="{2D1F27E3-BBB7-4959-861C-E0A2179E1AC3}" presName="conn2-1" presStyleLbl="parChTrans1D2" presStyleIdx="5" presStyleCnt="6"/>
      <dgm:spPr/>
    </dgm:pt>
    <dgm:pt modelId="{E25F3CDC-F729-4EFE-9E38-306D7AAEBA82}" type="pres">
      <dgm:prSet presAssocID="{2D1F27E3-BBB7-4959-861C-E0A2179E1AC3}" presName="connTx" presStyleLbl="parChTrans1D2" presStyleIdx="5" presStyleCnt="6"/>
      <dgm:spPr/>
    </dgm:pt>
    <dgm:pt modelId="{50345D21-D4FB-45A1-92A6-863DE9F831B4}" type="pres">
      <dgm:prSet presAssocID="{8F854252-2AE2-421E-AA3C-B53816DF8813}" presName="root2" presStyleCnt="0"/>
      <dgm:spPr/>
    </dgm:pt>
    <dgm:pt modelId="{2ED5A595-A391-4354-AAFA-0E70158E7808}" type="pres">
      <dgm:prSet presAssocID="{8F854252-2AE2-421E-AA3C-B53816DF8813}" presName="LevelTwoTextNode" presStyleLbl="node2" presStyleIdx="5" presStyleCnt="6">
        <dgm:presLayoutVars>
          <dgm:chPref val="3"/>
        </dgm:presLayoutVars>
      </dgm:prSet>
      <dgm:spPr/>
    </dgm:pt>
    <dgm:pt modelId="{B0F06F84-0A8A-423D-A4CB-F9734552A1E0}" type="pres">
      <dgm:prSet presAssocID="{8F854252-2AE2-421E-AA3C-B53816DF8813}" presName="level3hierChild" presStyleCnt="0"/>
      <dgm:spPr/>
    </dgm:pt>
  </dgm:ptLst>
  <dgm:cxnLst>
    <dgm:cxn modelId="{5F6FA774-A315-4F48-98BC-85026042DB35}" type="presOf" srcId="{4A63DE86-1B24-4C70-A90F-6B4EA3303FEF}" destId="{E96CF8AB-80B1-43CC-A474-9EC4578DE2ED}" srcOrd="0" destOrd="0" presId="urn:microsoft.com/office/officeart/2008/layout/HorizontalMultiLevelHierarchy"/>
    <dgm:cxn modelId="{EFD94883-C631-4437-A124-E1CE86ACB6FD}" type="presOf" srcId="{3E7F2EBB-A636-4EFC-8648-F896A45E5F2C}" destId="{AD67203D-2743-4DFC-8CC2-C2831EC2C978}" srcOrd="0" destOrd="0" presId="urn:microsoft.com/office/officeart/2008/layout/HorizontalMultiLevelHierarchy"/>
    <dgm:cxn modelId="{E46FC68A-B3A0-46B1-B645-FD130DE809F7}" srcId="{2175C978-9139-4496-9201-A4A17A4C509C}" destId="{80EE199E-0263-4CDE-B7EA-F9BFDC3C63E8}" srcOrd="0" destOrd="0" parTransId="{D693E33E-D053-428A-BC32-1020DD486745}" sibTransId="{3793C293-D3C2-4DA1-9CBA-B3901BD8E2E4}"/>
    <dgm:cxn modelId="{2D72E308-0F69-4242-895C-A1520E102E72}" type="presOf" srcId="{3E7F2EBB-A636-4EFC-8648-F896A45E5F2C}" destId="{80931F35-8CCB-42F1-8CFD-49EA21CA42D7}" srcOrd="1" destOrd="0" presId="urn:microsoft.com/office/officeart/2008/layout/HorizontalMultiLevelHierarchy"/>
    <dgm:cxn modelId="{A9960C42-4C87-48A5-8B1F-F07B0CD0D454}" srcId="{80EE199E-0263-4CDE-B7EA-F9BFDC3C63E8}" destId="{59967985-0973-45A6-8400-BB42A853C09F}" srcOrd="0" destOrd="0" parTransId="{80E13703-2914-43B2-9CD4-8FB070D94454}" sibTransId="{42130B2D-44A4-49A2-896B-0EA0C8F4399D}"/>
    <dgm:cxn modelId="{11F1AA61-8485-427A-B440-6788541D56CA}" srcId="{80EE199E-0263-4CDE-B7EA-F9BFDC3C63E8}" destId="{8F854252-2AE2-421E-AA3C-B53816DF8813}" srcOrd="5" destOrd="0" parTransId="{2D1F27E3-BBB7-4959-861C-E0A2179E1AC3}" sibTransId="{9241C85B-5985-4F97-8596-ECC153B1AC2C}"/>
    <dgm:cxn modelId="{97D16D26-A281-4BFE-A042-67A06283B630}" srcId="{80EE199E-0263-4CDE-B7EA-F9BFDC3C63E8}" destId="{6B84454C-64D9-4049-B5ED-A15B7DB78B5D}" srcOrd="3" destOrd="0" parTransId="{8EA29763-565C-4230-8F8B-C67A7B18FB2E}" sibTransId="{F887CD1B-3BD6-4E1C-A12E-AB77E681CB3C}"/>
    <dgm:cxn modelId="{61E460A8-72BB-4FDF-8A0D-CDADA9A195A9}" type="presOf" srcId="{F5B607BD-E146-4BC5-800C-5586D930E227}" destId="{F51A9A4B-D4A8-4E15-B934-5B701BA63EF6}" srcOrd="0" destOrd="0" presId="urn:microsoft.com/office/officeart/2008/layout/HorizontalMultiLevelHierarchy"/>
    <dgm:cxn modelId="{DF74EAE4-5D68-466A-A2F2-63018F60C365}" type="presOf" srcId="{8EA29763-565C-4230-8F8B-C67A7B18FB2E}" destId="{B0AFDA0E-02A3-44CA-AE4D-E84006E528BF}" srcOrd="0" destOrd="0" presId="urn:microsoft.com/office/officeart/2008/layout/HorizontalMultiLevelHierarchy"/>
    <dgm:cxn modelId="{5C5C6FE1-6348-4711-86C7-0BF95436CAEA}" type="presOf" srcId="{28B11DA1-D7DB-4C4D-9D5C-6D4471663182}" destId="{892CDCD5-F31B-48A6-972F-9BC12FD0133C}" srcOrd="0" destOrd="0" presId="urn:microsoft.com/office/officeart/2008/layout/HorizontalMultiLevelHierarchy"/>
    <dgm:cxn modelId="{DEFCB444-C87C-4EC1-B8B5-641B03C56719}" type="presOf" srcId="{9082B22B-88E9-458E-B6DF-B05AED2AE32C}" destId="{9B6D5DA4-F84C-49A7-AB06-3E115DF6C361}" srcOrd="1" destOrd="0" presId="urn:microsoft.com/office/officeart/2008/layout/HorizontalMultiLevelHierarchy"/>
    <dgm:cxn modelId="{2FA496E6-CA78-4EE5-8A7E-CE7AA268A5E2}" type="presOf" srcId="{8F854252-2AE2-421E-AA3C-B53816DF8813}" destId="{2ED5A595-A391-4354-AAFA-0E70158E7808}" srcOrd="0" destOrd="0" presId="urn:microsoft.com/office/officeart/2008/layout/HorizontalMultiLevelHierarchy"/>
    <dgm:cxn modelId="{69C5F2E2-F6E2-4604-90A5-C454BC8C33B1}" type="presOf" srcId="{893891A9-5CA8-49CC-9632-731A881BF1E5}" destId="{EC672608-D94A-4E4A-82E7-FCD94C7ABF20}" srcOrd="0" destOrd="0" presId="urn:microsoft.com/office/officeart/2008/layout/HorizontalMultiLevelHierarchy"/>
    <dgm:cxn modelId="{B46DDA99-5D4D-42B7-898A-A194DF454C29}" srcId="{80EE199E-0263-4CDE-B7EA-F9BFDC3C63E8}" destId="{4A63DE86-1B24-4C70-A90F-6B4EA3303FEF}" srcOrd="2" destOrd="0" parTransId="{3E7F2EBB-A636-4EFC-8648-F896A45E5F2C}" sibTransId="{12A0EC06-1931-4718-88A8-D201DEAB36D8}"/>
    <dgm:cxn modelId="{F40BCDBE-5FB8-4640-8FBB-B98DF597ED1F}" srcId="{80EE199E-0263-4CDE-B7EA-F9BFDC3C63E8}" destId="{28B11DA1-D7DB-4C4D-9D5C-6D4471663182}" srcOrd="1" destOrd="0" parTransId="{9082B22B-88E9-458E-B6DF-B05AED2AE32C}" sibTransId="{F207995E-2284-4BFF-AF18-E408F75E7538}"/>
    <dgm:cxn modelId="{E742A2A5-37C7-4CBA-9E23-BA93D499F518}" type="presOf" srcId="{9082B22B-88E9-458E-B6DF-B05AED2AE32C}" destId="{D8B99780-A24F-404F-8B63-97061FFD7B8A}" srcOrd="0" destOrd="0" presId="urn:microsoft.com/office/officeart/2008/layout/HorizontalMultiLevelHierarchy"/>
    <dgm:cxn modelId="{E5EBA586-FB67-456A-8D70-F5E6F1A8E6EE}" type="presOf" srcId="{8EA29763-565C-4230-8F8B-C67A7B18FB2E}" destId="{CEA32D01-B60B-4C04-A4DD-04066269FC86}" srcOrd="1" destOrd="0" presId="urn:microsoft.com/office/officeart/2008/layout/HorizontalMultiLevelHierarchy"/>
    <dgm:cxn modelId="{BF289176-6797-46C5-98DE-BCD50EF20489}" type="presOf" srcId="{2175C978-9139-4496-9201-A4A17A4C509C}" destId="{D54D497C-2677-4D64-A05E-7900C783670A}" srcOrd="0" destOrd="0" presId="urn:microsoft.com/office/officeart/2008/layout/HorizontalMultiLevelHierarchy"/>
    <dgm:cxn modelId="{5D7C1A2B-C322-49E7-9C89-DAA9417D8BD0}" type="presOf" srcId="{2D1F27E3-BBB7-4959-861C-E0A2179E1AC3}" destId="{6A26BA26-1A18-4288-AA1C-939396AE11DD}" srcOrd="0" destOrd="0" presId="urn:microsoft.com/office/officeart/2008/layout/HorizontalMultiLevelHierarchy"/>
    <dgm:cxn modelId="{1891FB43-89CE-4AE5-9782-74CE0999E0FF}" type="presOf" srcId="{80EE199E-0263-4CDE-B7EA-F9BFDC3C63E8}" destId="{60B43006-020E-4515-9052-C8CE43B5395B}" srcOrd="0" destOrd="0" presId="urn:microsoft.com/office/officeart/2008/layout/HorizontalMultiLevelHierarchy"/>
    <dgm:cxn modelId="{B847A1A1-E16A-45FB-B270-05A36EB4DE59}" srcId="{80EE199E-0263-4CDE-B7EA-F9BFDC3C63E8}" destId="{F5B607BD-E146-4BC5-800C-5586D930E227}" srcOrd="4" destOrd="0" parTransId="{893891A9-5CA8-49CC-9632-731A881BF1E5}" sibTransId="{6BB2D6F9-F713-4493-948C-7F8611D3596D}"/>
    <dgm:cxn modelId="{EE5520C0-3455-4561-8BB6-D70B80F740C9}" type="presOf" srcId="{893891A9-5CA8-49CC-9632-731A881BF1E5}" destId="{C089D6F5-E5D6-49D3-BFA1-643337AE5EB8}" srcOrd="1" destOrd="0" presId="urn:microsoft.com/office/officeart/2008/layout/HorizontalMultiLevelHierarchy"/>
    <dgm:cxn modelId="{0BFA8DF5-7A6A-4CEF-858F-740B3392A5EA}" type="presOf" srcId="{80E13703-2914-43B2-9CD4-8FB070D94454}" destId="{81160FDF-DC06-468F-82C7-884EEBFA17A7}" srcOrd="0" destOrd="0" presId="urn:microsoft.com/office/officeart/2008/layout/HorizontalMultiLevelHierarchy"/>
    <dgm:cxn modelId="{81D065BE-4599-4580-918B-4CC7EE0835D2}" type="presOf" srcId="{59967985-0973-45A6-8400-BB42A853C09F}" destId="{928FED43-3684-40B7-B139-CACE56193D24}" srcOrd="0" destOrd="0" presId="urn:microsoft.com/office/officeart/2008/layout/HorizontalMultiLevelHierarchy"/>
    <dgm:cxn modelId="{A24EA4C5-181A-494A-895F-2BE21D489095}" type="presOf" srcId="{6B84454C-64D9-4049-B5ED-A15B7DB78B5D}" destId="{287CD67A-F0BE-4372-ACBD-839C5CCECA53}" srcOrd="0" destOrd="0" presId="urn:microsoft.com/office/officeart/2008/layout/HorizontalMultiLevelHierarchy"/>
    <dgm:cxn modelId="{2B4556C8-5FCF-4018-8199-E007D89AEBA6}" type="presOf" srcId="{2D1F27E3-BBB7-4959-861C-E0A2179E1AC3}" destId="{E25F3CDC-F729-4EFE-9E38-306D7AAEBA82}" srcOrd="1" destOrd="0" presId="urn:microsoft.com/office/officeart/2008/layout/HorizontalMultiLevelHierarchy"/>
    <dgm:cxn modelId="{A9381795-AFAA-4450-A00B-C6D5E99BD57E}" type="presOf" srcId="{80E13703-2914-43B2-9CD4-8FB070D94454}" destId="{C558FCA4-CCDB-41EE-975C-8237EBAA5D0C}" srcOrd="1" destOrd="0" presId="urn:microsoft.com/office/officeart/2008/layout/HorizontalMultiLevelHierarchy"/>
    <dgm:cxn modelId="{DC837336-57B2-437C-A32D-A145CCCDA332}" type="presParOf" srcId="{D54D497C-2677-4D64-A05E-7900C783670A}" destId="{DC9C5406-F364-4D25-AC12-2AD694DABE98}" srcOrd="0" destOrd="0" presId="urn:microsoft.com/office/officeart/2008/layout/HorizontalMultiLevelHierarchy"/>
    <dgm:cxn modelId="{D503CC49-7245-4B3A-818C-94C474A9130D}" type="presParOf" srcId="{DC9C5406-F364-4D25-AC12-2AD694DABE98}" destId="{60B43006-020E-4515-9052-C8CE43B5395B}" srcOrd="0" destOrd="0" presId="urn:microsoft.com/office/officeart/2008/layout/HorizontalMultiLevelHierarchy"/>
    <dgm:cxn modelId="{D327E9D0-0489-4A04-8AB5-04D6FF7926B7}" type="presParOf" srcId="{DC9C5406-F364-4D25-AC12-2AD694DABE98}" destId="{5C3980DB-8EE4-4EDF-AD70-86A4A4455895}" srcOrd="1" destOrd="0" presId="urn:microsoft.com/office/officeart/2008/layout/HorizontalMultiLevelHierarchy"/>
    <dgm:cxn modelId="{70C47533-68A7-45DD-9480-C640283FCCF1}" type="presParOf" srcId="{5C3980DB-8EE4-4EDF-AD70-86A4A4455895}" destId="{81160FDF-DC06-468F-82C7-884EEBFA17A7}" srcOrd="0" destOrd="0" presId="urn:microsoft.com/office/officeart/2008/layout/HorizontalMultiLevelHierarchy"/>
    <dgm:cxn modelId="{7B5EF401-1739-43F6-8BBF-6A59D724DB57}" type="presParOf" srcId="{81160FDF-DC06-468F-82C7-884EEBFA17A7}" destId="{C558FCA4-CCDB-41EE-975C-8237EBAA5D0C}" srcOrd="0" destOrd="0" presId="urn:microsoft.com/office/officeart/2008/layout/HorizontalMultiLevelHierarchy"/>
    <dgm:cxn modelId="{4269F675-8EFA-48F2-9931-8520070FC2FA}" type="presParOf" srcId="{5C3980DB-8EE4-4EDF-AD70-86A4A4455895}" destId="{C27FF023-FC8F-4010-9C2E-CF609F299AAE}" srcOrd="1" destOrd="0" presId="urn:microsoft.com/office/officeart/2008/layout/HorizontalMultiLevelHierarchy"/>
    <dgm:cxn modelId="{0C0F7334-47CC-46A2-B799-0C338B17BAB0}" type="presParOf" srcId="{C27FF023-FC8F-4010-9C2E-CF609F299AAE}" destId="{928FED43-3684-40B7-B139-CACE56193D24}" srcOrd="0" destOrd="0" presId="urn:microsoft.com/office/officeart/2008/layout/HorizontalMultiLevelHierarchy"/>
    <dgm:cxn modelId="{A3C81F28-5151-4B60-9047-06163BC6B8DA}" type="presParOf" srcId="{C27FF023-FC8F-4010-9C2E-CF609F299AAE}" destId="{B0F1087C-AD87-467E-BE3F-8A773C80FE1C}" srcOrd="1" destOrd="0" presId="urn:microsoft.com/office/officeart/2008/layout/HorizontalMultiLevelHierarchy"/>
    <dgm:cxn modelId="{230BE9DE-2A89-449E-BE2E-E861F2D1DA62}" type="presParOf" srcId="{5C3980DB-8EE4-4EDF-AD70-86A4A4455895}" destId="{D8B99780-A24F-404F-8B63-97061FFD7B8A}" srcOrd="2" destOrd="0" presId="urn:microsoft.com/office/officeart/2008/layout/HorizontalMultiLevelHierarchy"/>
    <dgm:cxn modelId="{8F44918D-11E4-4EB9-A5BE-85C2BC5FC6A7}" type="presParOf" srcId="{D8B99780-A24F-404F-8B63-97061FFD7B8A}" destId="{9B6D5DA4-F84C-49A7-AB06-3E115DF6C361}" srcOrd="0" destOrd="0" presId="urn:microsoft.com/office/officeart/2008/layout/HorizontalMultiLevelHierarchy"/>
    <dgm:cxn modelId="{68B1BB27-0347-4B22-A333-0C6E9F7306A2}" type="presParOf" srcId="{5C3980DB-8EE4-4EDF-AD70-86A4A4455895}" destId="{E1E7C857-1029-4E8F-A3A4-033579A678FC}" srcOrd="3" destOrd="0" presId="urn:microsoft.com/office/officeart/2008/layout/HorizontalMultiLevelHierarchy"/>
    <dgm:cxn modelId="{3E87ED55-BFA4-4021-AD76-CBBB9DD87758}" type="presParOf" srcId="{E1E7C857-1029-4E8F-A3A4-033579A678FC}" destId="{892CDCD5-F31B-48A6-972F-9BC12FD0133C}" srcOrd="0" destOrd="0" presId="urn:microsoft.com/office/officeart/2008/layout/HorizontalMultiLevelHierarchy"/>
    <dgm:cxn modelId="{E13A5A71-BB33-4AB8-A046-098402FBE7E8}" type="presParOf" srcId="{E1E7C857-1029-4E8F-A3A4-033579A678FC}" destId="{73EA23FB-340E-40C2-9153-528B1AF3A644}" srcOrd="1" destOrd="0" presId="urn:microsoft.com/office/officeart/2008/layout/HorizontalMultiLevelHierarchy"/>
    <dgm:cxn modelId="{CFD9CAE2-DA79-43CC-886F-B85BCE77A6F3}" type="presParOf" srcId="{5C3980DB-8EE4-4EDF-AD70-86A4A4455895}" destId="{AD67203D-2743-4DFC-8CC2-C2831EC2C978}" srcOrd="4" destOrd="0" presId="urn:microsoft.com/office/officeart/2008/layout/HorizontalMultiLevelHierarchy"/>
    <dgm:cxn modelId="{366DF02E-84EB-4D53-A839-FAEBA170D285}" type="presParOf" srcId="{AD67203D-2743-4DFC-8CC2-C2831EC2C978}" destId="{80931F35-8CCB-42F1-8CFD-49EA21CA42D7}" srcOrd="0" destOrd="0" presId="urn:microsoft.com/office/officeart/2008/layout/HorizontalMultiLevelHierarchy"/>
    <dgm:cxn modelId="{18A4D440-AE4B-4C82-B2D1-1BE753D1DE3A}" type="presParOf" srcId="{5C3980DB-8EE4-4EDF-AD70-86A4A4455895}" destId="{62AC13FE-11BE-4C5A-8D56-0A1B7AD268F2}" srcOrd="5" destOrd="0" presId="urn:microsoft.com/office/officeart/2008/layout/HorizontalMultiLevelHierarchy"/>
    <dgm:cxn modelId="{4DADB2B4-AD48-428B-BC45-85BD2C46EBCD}" type="presParOf" srcId="{62AC13FE-11BE-4C5A-8D56-0A1B7AD268F2}" destId="{E96CF8AB-80B1-43CC-A474-9EC4578DE2ED}" srcOrd="0" destOrd="0" presId="urn:microsoft.com/office/officeart/2008/layout/HorizontalMultiLevelHierarchy"/>
    <dgm:cxn modelId="{0382A6F7-1FB9-4FF3-A22E-7305680409B0}" type="presParOf" srcId="{62AC13FE-11BE-4C5A-8D56-0A1B7AD268F2}" destId="{383382F6-4BB7-4D61-8255-0342ECBB9422}" srcOrd="1" destOrd="0" presId="urn:microsoft.com/office/officeart/2008/layout/HorizontalMultiLevelHierarchy"/>
    <dgm:cxn modelId="{38BB09DB-3D10-4F16-9CB3-1B0CE2379553}" type="presParOf" srcId="{5C3980DB-8EE4-4EDF-AD70-86A4A4455895}" destId="{B0AFDA0E-02A3-44CA-AE4D-E84006E528BF}" srcOrd="6" destOrd="0" presId="urn:microsoft.com/office/officeart/2008/layout/HorizontalMultiLevelHierarchy"/>
    <dgm:cxn modelId="{E04953D7-DA10-44AD-8A20-A7E8B9D7204A}" type="presParOf" srcId="{B0AFDA0E-02A3-44CA-AE4D-E84006E528BF}" destId="{CEA32D01-B60B-4C04-A4DD-04066269FC86}" srcOrd="0" destOrd="0" presId="urn:microsoft.com/office/officeart/2008/layout/HorizontalMultiLevelHierarchy"/>
    <dgm:cxn modelId="{543D0F81-9FDF-496A-A134-208462F8C665}" type="presParOf" srcId="{5C3980DB-8EE4-4EDF-AD70-86A4A4455895}" destId="{6BC9F6C8-5049-45BE-857C-B3C6BFB75BDA}" srcOrd="7" destOrd="0" presId="urn:microsoft.com/office/officeart/2008/layout/HorizontalMultiLevelHierarchy"/>
    <dgm:cxn modelId="{386FBDC7-A2A1-4525-865E-F9FFBC285286}" type="presParOf" srcId="{6BC9F6C8-5049-45BE-857C-B3C6BFB75BDA}" destId="{287CD67A-F0BE-4372-ACBD-839C5CCECA53}" srcOrd="0" destOrd="0" presId="urn:microsoft.com/office/officeart/2008/layout/HorizontalMultiLevelHierarchy"/>
    <dgm:cxn modelId="{340DF2D6-5B5E-46F6-9C07-54899D2BD016}" type="presParOf" srcId="{6BC9F6C8-5049-45BE-857C-B3C6BFB75BDA}" destId="{AC8D5690-1814-4718-BCCC-805A960209EC}" srcOrd="1" destOrd="0" presId="urn:microsoft.com/office/officeart/2008/layout/HorizontalMultiLevelHierarchy"/>
    <dgm:cxn modelId="{F0CAFC94-05E4-44C0-B209-BEC8EEB4680B}" type="presParOf" srcId="{5C3980DB-8EE4-4EDF-AD70-86A4A4455895}" destId="{EC672608-D94A-4E4A-82E7-FCD94C7ABF20}" srcOrd="8" destOrd="0" presId="urn:microsoft.com/office/officeart/2008/layout/HorizontalMultiLevelHierarchy"/>
    <dgm:cxn modelId="{96CE59A7-5ADF-496C-ABDE-1E831093B306}" type="presParOf" srcId="{EC672608-D94A-4E4A-82E7-FCD94C7ABF20}" destId="{C089D6F5-E5D6-49D3-BFA1-643337AE5EB8}" srcOrd="0" destOrd="0" presId="urn:microsoft.com/office/officeart/2008/layout/HorizontalMultiLevelHierarchy"/>
    <dgm:cxn modelId="{36A2937E-D54F-486F-8DB1-2786DE289406}" type="presParOf" srcId="{5C3980DB-8EE4-4EDF-AD70-86A4A4455895}" destId="{87441CD5-0877-4CE6-B113-3B1BF81027D7}" srcOrd="9" destOrd="0" presId="urn:microsoft.com/office/officeart/2008/layout/HorizontalMultiLevelHierarchy"/>
    <dgm:cxn modelId="{B89990D1-FE41-49D8-928C-90B121DA51B3}" type="presParOf" srcId="{87441CD5-0877-4CE6-B113-3B1BF81027D7}" destId="{F51A9A4B-D4A8-4E15-B934-5B701BA63EF6}" srcOrd="0" destOrd="0" presId="urn:microsoft.com/office/officeart/2008/layout/HorizontalMultiLevelHierarchy"/>
    <dgm:cxn modelId="{92870779-6D50-40C4-B873-5A07EDAE6DF9}" type="presParOf" srcId="{87441CD5-0877-4CE6-B113-3B1BF81027D7}" destId="{FE6E350F-4008-4FCE-87A6-98575E3D15C4}" srcOrd="1" destOrd="0" presId="urn:microsoft.com/office/officeart/2008/layout/HorizontalMultiLevelHierarchy"/>
    <dgm:cxn modelId="{FB5D5A89-77BE-4405-BE46-451D77AB6514}" type="presParOf" srcId="{5C3980DB-8EE4-4EDF-AD70-86A4A4455895}" destId="{6A26BA26-1A18-4288-AA1C-939396AE11DD}" srcOrd="10" destOrd="0" presId="urn:microsoft.com/office/officeart/2008/layout/HorizontalMultiLevelHierarchy"/>
    <dgm:cxn modelId="{F862BC96-B2EF-460B-B5CA-173A421A3447}" type="presParOf" srcId="{6A26BA26-1A18-4288-AA1C-939396AE11DD}" destId="{E25F3CDC-F729-4EFE-9E38-306D7AAEBA82}" srcOrd="0" destOrd="0" presId="urn:microsoft.com/office/officeart/2008/layout/HorizontalMultiLevelHierarchy"/>
    <dgm:cxn modelId="{5AEE2EE6-1EBD-4385-8A16-7178A0E8374B}" type="presParOf" srcId="{5C3980DB-8EE4-4EDF-AD70-86A4A4455895}" destId="{50345D21-D4FB-45A1-92A6-863DE9F831B4}" srcOrd="11" destOrd="0" presId="urn:microsoft.com/office/officeart/2008/layout/HorizontalMultiLevelHierarchy"/>
    <dgm:cxn modelId="{76B46ECD-FF71-4ACD-A038-E97C790B0D79}" type="presParOf" srcId="{50345D21-D4FB-45A1-92A6-863DE9F831B4}" destId="{2ED5A595-A391-4354-AAFA-0E70158E7808}" srcOrd="0" destOrd="0" presId="urn:microsoft.com/office/officeart/2008/layout/HorizontalMultiLevelHierarchy"/>
    <dgm:cxn modelId="{90365B20-2119-4983-B761-3E9A15BE7061}" type="presParOf" srcId="{50345D21-D4FB-45A1-92A6-863DE9F831B4}" destId="{B0F06F84-0A8A-423D-A4CB-F9734552A1E0}" srcOrd="1" destOrd="0" presId="urn:microsoft.com/office/officeart/2008/layout/HorizontalMultiLevelHierarchy"/>
  </dgm:cxnLst>
  <dgm:bg>
    <a:solidFill>
      <a:srgbClr val="FFFFE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6BA26-1A18-4288-AA1C-939396AE11DD}">
      <dsp:nvSpPr>
        <dsp:cNvPr id="0" name=""/>
        <dsp:cNvSpPr/>
      </dsp:nvSpPr>
      <dsp:spPr>
        <a:xfrm>
          <a:off x="4082415" y="3956755"/>
          <a:ext cx="715674" cy="34092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7837" y="0"/>
              </a:lnTo>
              <a:lnTo>
                <a:pt x="357837" y="3409272"/>
              </a:lnTo>
              <a:lnTo>
                <a:pt x="715674" y="3409272"/>
              </a:lnTo>
            </a:path>
          </a:pathLst>
        </a:custGeom>
        <a:noFill/>
        <a:ln w="15875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4353163" y="5574302"/>
        <a:ext cx="174178" cy="174178"/>
      </dsp:txXfrm>
    </dsp:sp>
    <dsp:sp modelId="{EC672608-D94A-4E4A-82E7-FCD94C7ABF20}">
      <dsp:nvSpPr>
        <dsp:cNvPr id="0" name=""/>
        <dsp:cNvSpPr/>
      </dsp:nvSpPr>
      <dsp:spPr>
        <a:xfrm>
          <a:off x="4082415" y="3956755"/>
          <a:ext cx="715674" cy="2045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7837" y="0"/>
              </a:lnTo>
              <a:lnTo>
                <a:pt x="357837" y="2045563"/>
              </a:lnTo>
              <a:lnTo>
                <a:pt x="715674" y="2045563"/>
              </a:lnTo>
            </a:path>
          </a:pathLst>
        </a:custGeom>
        <a:noFill/>
        <a:ln w="15875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4386074" y="4925358"/>
        <a:ext cx="108357" cy="108357"/>
      </dsp:txXfrm>
    </dsp:sp>
    <dsp:sp modelId="{B0AFDA0E-02A3-44CA-AE4D-E84006E528BF}">
      <dsp:nvSpPr>
        <dsp:cNvPr id="0" name=""/>
        <dsp:cNvSpPr/>
      </dsp:nvSpPr>
      <dsp:spPr>
        <a:xfrm>
          <a:off x="4082415" y="3956755"/>
          <a:ext cx="715674" cy="681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7837" y="0"/>
              </a:lnTo>
              <a:lnTo>
                <a:pt x="357837" y="681854"/>
              </a:lnTo>
              <a:lnTo>
                <a:pt x="715674" y="681854"/>
              </a:lnTo>
            </a:path>
          </a:pathLst>
        </a:custGeom>
        <a:noFill/>
        <a:ln w="15875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415540" y="4272970"/>
        <a:ext cx="49424" cy="49424"/>
      </dsp:txXfrm>
    </dsp:sp>
    <dsp:sp modelId="{AD67203D-2743-4DFC-8CC2-C2831EC2C978}">
      <dsp:nvSpPr>
        <dsp:cNvPr id="0" name=""/>
        <dsp:cNvSpPr/>
      </dsp:nvSpPr>
      <dsp:spPr>
        <a:xfrm>
          <a:off x="4082415" y="3274901"/>
          <a:ext cx="715674" cy="681854"/>
        </a:xfrm>
        <a:custGeom>
          <a:avLst/>
          <a:gdLst/>
          <a:ahLst/>
          <a:cxnLst/>
          <a:rect l="0" t="0" r="0" b="0"/>
          <a:pathLst>
            <a:path>
              <a:moveTo>
                <a:pt x="0" y="681854"/>
              </a:moveTo>
              <a:lnTo>
                <a:pt x="357837" y="681854"/>
              </a:lnTo>
              <a:lnTo>
                <a:pt x="357837" y="0"/>
              </a:lnTo>
              <a:lnTo>
                <a:pt x="715674" y="0"/>
              </a:lnTo>
            </a:path>
          </a:pathLst>
        </a:custGeom>
        <a:noFill/>
        <a:ln w="15875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415540" y="3591115"/>
        <a:ext cx="49424" cy="49424"/>
      </dsp:txXfrm>
    </dsp:sp>
    <dsp:sp modelId="{D8B99780-A24F-404F-8B63-97061FFD7B8A}">
      <dsp:nvSpPr>
        <dsp:cNvPr id="0" name=""/>
        <dsp:cNvSpPr/>
      </dsp:nvSpPr>
      <dsp:spPr>
        <a:xfrm>
          <a:off x="4082415" y="1911192"/>
          <a:ext cx="715674" cy="2045563"/>
        </a:xfrm>
        <a:custGeom>
          <a:avLst/>
          <a:gdLst/>
          <a:ahLst/>
          <a:cxnLst/>
          <a:rect l="0" t="0" r="0" b="0"/>
          <a:pathLst>
            <a:path>
              <a:moveTo>
                <a:pt x="0" y="2045563"/>
              </a:moveTo>
              <a:lnTo>
                <a:pt x="357837" y="2045563"/>
              </a:lnTo>
              <a:lnTo>
                <a:pt x="357837" y="0"/>
              </a:lnTo>
              <a:lnTo>
                <a:pt x="715674" y="0"/>
              </a:lnTo>
            </a:path>
          </a:pathLst>
        </a:custGeom>
        <a:noFill/>
        <a:ln w="15875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4386074" y="2879795"/>
        <a:ext cx="108357" cy="108357"/>
      </dsp:txXfrm>
    </dsp:sp>
    <dsp:sp modelId="{81160FDF-DC06-468F-82C7-884EEBFA17A7}">
      <dsp:nvSpPr>
        <dsp:cNvPr id="0" name=""/>
        <dsp:cNvSpPr/>
      </dsp:nvSpPr>
      <dsp:spPr>
        <a:xfrm>
          <a:off x="4082415" y="547483"/>
          <a:ext cx="715674" cy="3409272"/>
        </a:xfrm>
        <a:custGeom>
          <a:avLst/>
          <a:gdLst/>
          <a:ahLst/>
          <a:cxnLst/>
          <a:rect l="0" t="0" r="0" b="0"/>
          <a:pathLst>
            <a:path>
              <a:moveTo>
                <a:pt x="0" y="3409272"/>
              </a:moveTo>
              <a:lnTo>
                <a:pt x="357837" y="3409272"/>
              </a:lnTo>
              <a:lnTo>
                <a:pt x="357837" y="0"/>
              </a:lnTo>
              <a:lnTo>
                <a:pt x="715674" y="0"/>
              </a:lnTo>
            </a:path>
          </a:pathLst>
        </a:custGeom>
        <a:noFill/>
        <a:ln w="15875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4353163" y="2165029"/>
        <a:ext cx="174178" cy="174178"/>
      </dsp:txXfrm>
    </dsp:sp>
    <dsp:sp modelId="{60B43006-020E-4515-9052-C8CE43B5395B}">
      <dsp:nvSpPr>
        <dsp:cNvPr id="0" name=""/>
        <dsp:cNvSpPr/>
      </dsp:nvSpPr>
      <dsp:spPr>
        <a:xfrm rot="16200000">
          <a:off x="665966" y="3411271"/>
          <a:ext cx="5741932" cy="1090967"/>
        </a:xfrm>
        <a:prstGeom prst="rect">
          <a:avLst/>
        </a:prstGeom>
        <a:solidFill>
          <a:schemeClr val="accent5">
            <a:alpha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b="1" kern="1200" smtClean="0"/>
            <a:t>AGENDA:</a:t>
          </a:r>
          <a:endParaRPr lang="en-IN" sz="6500" kern="1200"/>
        </a:p>
      </dsp:txBody>
      <dsp:txXfrm>
        <a:off x="665966" y="3411271"/>
        <a:ext cx="5741932" cy="1090967"/>
      </dsp:txXfrm>
    </dsp:sp>
    <dsp:sp modelId="{928FED43-3684-40B7-B139-CACE56193D24}">
      <dsp:nvSpPr>
        <dsp:cNvPr id="0" name=""/>
        <dsp:cNvSpPr/>
      </dsp:nvSpPr>
      <dsp:spPr>
        <a:xfrm>
          <a:off x="4798090" y="1999"/>
          <a:ext cx="3578372" cy="1090967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smtClean="0"/>
            <a:t>What is Object Detection</a:t>
          </a:r>
          <a:endParaRPr lang="en-IN" sz="3800" kern="1200"/>
        </a:p>
      </dsp:txBody>
      <dsp:txXfrm>
        <a:off x="4798090" y="1999"/>
        <a:ext cx="3578372" cy="1090967"/>
      </dsp:txXfrm>
    </dsp:sp>
    <dsp:sp modelId="{892CDCD5-F31B-48A6-972F-9BC12FD0133C}">
      <dsp:nvSpPr>
        <dsp:cNvPr id="0" name=""/>
        <dsp:cNvSpPr/>
      </dsp:nvSpPr>
      <dsp:spPr>
        <a:xfrm>
          <a:off x="4798090" y="1365708"/>
          <a:ext cx="3578372" cy="1090967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smtClean="0"/>
            <a:t>YOLO?</a:t>
          </a:r>
          <a:endParaRPr lang="en-IN" sz="3800" kern="1200"/>
        </a:p>
      </dsp:txBody>
      <dsp:txXfrm>
        <a:off x="4798090" y="1365708"/>
        <a:ext cx="3578372" cy="1090967"/>
      </dsp:txXfrm>
    </dsp:sp>
    <dsp:sp modelId="{E96CF8AB-80B1-43CC-A474-9EC4578DE2ED}">
      <dsp:nvSpPr>
        <dsp:cNvPr id="0" name=""/>
        <dsp:cNvSpPr/>
      </dsp:nvSpPr>
      <dsp:spPr>
        <a:xfrm>
          <a:off x="4798090" y="2729417"/>
          <a:ext cx="3578372" cy="1090967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smtClean="0"/>
            <a:t>YOLO Architecture</a:t>
          </a:r>
          <a:endParaRPr lang="en-IN" sz="3800" kern="1200"/>
        </a:p>
      </dsp:txBody>
      <dsp:txXfrm>
        <a:off x="4798090" y="2729417"/>
        <a:ext cx="3578372" cy="1090967"/>
      </dsp:txXfrm>
    </dsp:sp>
    <dsp:sp modelId="{287CD67A-F0BE-4372-ACBD-839C5CCECA53}">
      <dsp:nvSpPr>
        <dsp:cNvPr id="0" name=""/>
        <dsp:cNvSpPr/>
      </dsp:nvSpPr>
      <dsp:spPr>
        <a:xfrm>
          <a:off x="4798090" y="4093126"/>
          <a:ext cx="3578372" cy="1090967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smtClean="0"/>
            <a:t>How YOLO Works?</a:t>
          </a:r>
          <a:endParaRPr lang="en-IN" sz="3800" kern="1200"/>
        </a:p>
      </dsp:txBody>
      <dsp:txXfrm>
        <a:off x="4798090" y="4093126"/>
        <a:ext cx="3578372" cy="1090967"/>
      </dsp:txXfrm>
    </dsp:sp>
    <dsp:sp modelId="{F51A9A4B-D4A8-4E15-B934-5B701BA63EF6}">
      <dsp:nvSpPr>
        <dsp:cNvPr id="0" name=""/>
        <dsp:cNvSpPr/>
      </dsp:nvSpPr>
      <dsp:spPr>
        <a:xfrm>
          <a:off x="4798090" y="5456835"/>
          <a:ext cx="3578372" cy="1090967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smtClean="0"/>
            <a:t>Real-Scenario with YOLO</a:t>
          </a:r>
          <a:endParaRPr lang="en-IN" sz="3800" kern="1200"/>
        </a:p>
      </dsp:txBody>
      <dsp:txXfrm>
        <a:off x="4798090" y="5456835"/>
        <a:ext cx="3578372" cy="1090967"/>
      </dsp:txXfrm>
    </dsp:sp>
    <dsp:sp modelId="{2ED5A595-A391-4354-AAFA-0E70158E7808}">
      <dsp:nvSpPr>
        <dsp:cNvPr id="0" name=""/>
        <dsp:cNvSpPr/>
      </dsp:nvSpPr>
      <dsp:spPr>
        <a:xfrm>
          <a:off x="4798090" y="6820544"/>
          <a:ext cx="3578372" cy="1090967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smtClean="0"/>
            <a:t>Demo Code</a:t>
          </a:r>
          <a:endParaRPr lang="en-IN" sz="3800" kern="1200"/>
        </a:p>
      </dsp:txBody>
      <dsp:txXfrm>
        <a:off x="4798090" y="6820544"/>
        <a:ext cx="3578372" cy="10909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86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23684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316447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319974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00004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7818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72711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750034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67493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39152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77976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61164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5272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08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1927741"/>
            <a:ext cx="4869061" cy="43741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037" y="1385292"/>
            <a:ext cx="7415927" cy="319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384"/>
              </a:lnSpc>
              <a:buNone/>
            </a:pPr>
            <a:r>
              <a:rPr lang="en-US" sz="6707" b="1" u="sng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Introduction to YOLO Algorithm</a:t>
            </a:r>
            <a:endParaRPr lang="en-US" sz="6707" u="sng" dirty="0"/>
          </a:p>
        </p:txBody>
      </p:sp>
      <p:sp>
        <p:nvSpPr>
          <p:cNvPr id="7" name="Text 3"/>
          <p:cNvSpPr/>
          <p:nvPr/>
        </p:nvSpPr>
        <p:spPr>
          <a:xfrm>
            <a:off x="864037" y="4949547"/>
            <a:ext cx="7415927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YOLO (You Only Look Once) is a real-time object detection system that processes images in a single pass, making it highly efficient and accurate for a variety of applications.</a:t>
            </a:r>
            <a:endParaRPr lang="en-US" sz="1944" dirty="0"/>
          </a:p>
        </p:txBody>
      </p:sp>
      <p:sp>
        <p:nvSpPr>
          <p:cNvPr id="8" name="Shape 4"/>
          <p:cNvSpPr/>
          <p:nvPr/>
        </p:nvSpPr>
        <p:spPr>
          <a:xfrm>
            <a:off x="864037" y="6430804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57" y="6438424"/>
            <a:ext cx="379690" cy="3796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82316" y="6412349"/>
            <a:ext cx="2768560" cy="4319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by Priya Srivastava</a:t>
            </a:r>
            <a:endParaRPr lang="en-US" sz="243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549410562"/>
              </p:ext>
            </p:extLst>
          </p:nvPr>
        </p:nvGraphicFramePr>
        <p:xfrm>
          <a:off x="1603022" y="146755"/>
          <a:ext cx="11367911" cy="7913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097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9" y="2925961"/>
            <a:ext cx="4868942" cy="23776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1096685"/>
            <a:ext cx="74159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is Object Detection?</a:t>
            </a:r>
            <a:endParaRPr lang="en-US" sz="4860" dirty="0"/>
          </a:p>
        </p:txBody>
      </p:sp>
      <p:sp>
        <p:nvSpPr>
          <p:cNvPr id="7" name="Shape 3"/>
          <p:cNvSpPr/>
          <p:nvPr/>
        </p:nvSpPr>
        <p:spPr>
          <a:xfrm>
            <a:off x="6350437" y="32876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55938" y="3380184"/>
            <a:ext cx="144423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916" dirty="0"/>
          </a:p>
        </p:txBody>
      </p:sp>
      <p:sp>
        <p:nvSpPr>
          <p:cNvPr id="9" name="Text 5"/>
          <p:cNvSpPr/>
          <p:nvPr/>
        </p:nvSpPr>
        <p:spPr>
          <a:xfrm>
            <a:off x="7152680" y="3287673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Definition</a:t>
            </a:r>
            <a:endParaRPr lang="en-US" sz="2430" dirty="0"/>
          </a:p>
        </p:txBody>
      </p:sp>
      <p:sp>
        <p:nvSpPr>
          <p:cNvPr id="10" name="Text 6"/>
          <p:cNvSpPr/>
          <p:nvPr/>
        </p:nvSpPr>
        <p:spPr>
          <a:xfrm>
            <a:off x="7152680" y="3821549"/>
            <a:ext cx="661368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Identifying and locating objects within an image or video.</a:t>
            </a:r>
            <a:endParaRPr lang="en-US" sz="1944" dirty="0"/>
          </a:p>
        </p:txBody>
      </p:sp>
      <p:sp>
        <p:nvSpPr>
          <p:cNvPr id="11" name="Shape 7"/>
          <p:cNvSpPr/>
          <p:nvPr/>
        </p:nvSpPr>
        <p:spPr>
          <a:xfrm>
            <a:off x="6350437" y="4741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12600" y="4833580"/>
            <a:ext cx="231100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916" dirty="0"/>
          </a:p>
        </p:txBody>
      </p:sp>
      <p:sp>
        <p:nvSpPr>
          <p:cNvPr id="13" name="Text 9"/>
          <p:cNvSpPr/>
          <p:nvPr/>
        </p:nvSpPr>
        <p:spPr>
          <a:xfrm>
            <a:off x="7152680" y="474106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Example</a:t>
            </a:r>
            <a:endParaRPr lang="en-US" sz="2430" dirty="0"/>
          </a:p>
        </p:txBody>
      </p:sp>
      <p:sp>
        <p:nvSpPr>
          <p:cNvPr id="14" name="Text 10"/>
          <p:cNvSpPr/>
          <p:nvPr/>
        </p:nvSpPr>
        <p:spPr>
          <a:xfrm>
            <a:off x="7152680" y="5274945"/>
            <a:ext cx="661368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Detecting cars, pedestrians, and traffic signs in an image.</a:t>
            </a:r>
            <a:endParaRPr lang="en-US" sz="1944" dirty="0"/>
          </a:p>
        </p:txBody>
      </p:sp>
      <p:sp>
        <p:nvSpPr>
          <p:cNvPr id="15" name="Text 11"/>
          <p:cNvSpPr/>
          <p:nvPr/>
        </p:nvSpPr>
        <p:spPr>
          <a:xfrm>
            <a:off x="6350437" y="5947648"/>
            <a:ext cx="7415927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 smtClean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Object 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detection is a crucial task in computer vision, with applications in areas like autonomous driving, security, and medical </a:t>
            </a:r>
            <a:r>
              <a:rPr lang="en-US" sz="1944" dirty="0" smtClean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imaging &amp; much more.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33867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2400538"/>
            <a:ext cx="9608939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u="sng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Overview of YOLO Algorithm</a:t>
            </a:r>
            <a:endParaRPr lang="en-US" sz="4860" u="sng" dirty="0"/>
          </a:p>
        </p:txBody>
      </p:sp>
      <p:sp>
        <p:nvSpPr>
          <p:cNvPr id="5" name="Text 3"/>
          <p:cNvSpPr/>
          <p:nvPr/>
        </p:nvSpPr>
        <p:spPr>
          <a:xfrm>
            <a:off x="864037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is YOLO?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864037" y="4421743"/>
            <a:ext cx="6150054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YOLO stands for "You Only Look Once." It is a real-time object detection system developed by Joseph Redmon et al.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7623929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 Features</a:t>
            </a:r>
            <a:endParaRPr lang="en-US" sz="2430" dirty="0"/>
          </a:p>
        </p:txBody>
      </p:sp>
      <p:sp>
        <p:nvSpPr>
          <p:cNvPr id="8" name="Text 6"/>
          <p:cNvSpPr/>
          <p:nvPr/>
        </p:nvSpPr>
        <p:spPr>
          <a:xfrm>
            <a:off x="7623929" y="4421743"/>
            <a:ext cx="6150054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YOLO processes images in a single pass, making it highly efficient and accurate compared to traditional object detection methods</a:t>
            </a:r>
            <a:r>
              <a:rPr lang="en-US" sz="1944" dirty="0" smtClean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</a:p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9" name="TextBox 8"/>
          <p:cNvSpPr txBox="1"/>
          <p:nvPr/>
        </p:nvSpPr>
        <p:spPr>
          <a:xfrm>
            <a:off x="7623929" y="5657948"/>
            <a:ext cx="6773334" cy="39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It 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is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fast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and accurate</a:t>
            </a:r>
            <a:endParaRPr lang="en-IN" sz="1944" dirty="0">
              <a:solidFill>
                <a:srgbClr val="3B4E4E"/>
              </a:solidFill>
              <a:latin typeface="Overpass" pitchFamily="34" charset="0"/>
              <a:ea typeface="Overpass" pitchFamily="34" charset="-122"/>
              <a:cs typeface="Overpas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2540437"/>
            <a:ext cx="4869061" cy="31487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965716"/>
            <a:ext cx="6345079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YOLO Architecture</a:t>
            </a:r>
            <a:endParaRPr lang="en-US" sz="4860" dirty="0"/>
          </a:p>
        </p:txBody>
      </p:sp>
      <p:sp>
        <p:nvSpPr>
          <p:cNvPr id="7" name="Shape 3"/>
          <p:cNvSpPr/>
          <p:nvPr/>
        </p:nvSpPr>
        <p:spPr>
          <a:xfrm>
            <a:off x="6443008" y="238517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48510" y="2477691"/>
            <a:ext cx="144423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916" dirty="0"/>
          </a:p>
        </p:txBody>
      </p:sp>
      <p:sp>
        <p:nvSpPr>
          <p:cNvPr id="9" name="Text 5"/>
          <p:cNvSpPr/>
          <p:nvPr/>
        </p:nvSpPr>
        <p:spPr>
          <a:xfrm>
            <a:off x="8078510" y="2354342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Grid Division</a:t>
            </a:r>
            <a:endParaRPr lang="en-US" sz="2430" dirty="0"/>
          </a:p>
        </p:txBody>
      </p:sp>
      <p:sp>
        <p:nvSpPr>
          <p:cNvPr id="10" name="Text 6"/>
          <p:cNvSpPr/>
          <p:nvPr/>
        </p:nvSpPr>
        <p:spPr>
          <a:xfrm>
            <a:off x="8078510" y="2888218"/>
            <a:ext cx="568785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input image is divided into an S×S grid.</a:t>
            </a:r>
            <a:endParaRPr lang="en-US" sz="1944" dirty="0"/>
          </a:p>
        </p:txBody>
      </p:sp>
      <p:sp>
        <p:nvSpPr>
          <p:cNvPr id="11" name="Shape 7"/>
          <p:cNvSpPr/>
          <p:nvPr/>
        </p:nvSpPr>
        <p:spPr>
          <a:xfrm>
            <a:off x="6443008" y="40545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05171" y="4147066"/>
            <a:ext cx="231100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916" dirty="0"/>
          </a:p>
        </p:txBody>
      </p:sp>
      <p:sp>
        <p:nvSpPr>
          <p:cNvPr id="13" name="Text 9"/>
          <p:cNvSpPr/>
          <p:nvPr/>
        </p:nvSpPr>
        <p:spPr>
          <a:xfrm>
            <a:off x="8078510" y="4023717"/>
            <a:ext cx="4168735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Bounding Box Prediction</a:t>
            </a:r>
            <a:endParaRPr lang="en-US" sz="2430" dirty="0"/>
          </a:p>
        </p:txBody>
      </p:sp>
      <p:sp>
        <p:nvSpPr>
          <p:cNvPr id="14" name="Text 10"/>
          <p:cNvSpPr/>
          <p:nvPr/>
        </p:nvSpPr>
        <p:spPr>
          <a:xfrm>
            <a:off x="8078510" y="4557593"/>
            <a:ext cx="568785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Each grid cell predicts B bounding boxes and confidence scores.</a:t>
            </a:r>
            <a:endParaRPr lang="en-US" sz="1944" dirty="0"/>
          </a:p>
        </p:txBody>
      </p:sp>
      <p:sp>
        <p:nvSpPr>
          <p:cNvPr id="15" name="Shape 11"/>
          <p:cNvSpPr/>
          <p:nvPr/>
        </p:nvSpPr>
        <p:spPr>
          <a:xfrm>
            <a:off x="6443008" y="611897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01956" y="6211491"/>
            <a:ext cx="237411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2916" dirty="0"/>
          </a:p>
        </p:txBody>
      </p:sp>
      <p:sp>
        <p:nvSpPr>
          <p:cNvPr id="17" name="Text 13"/>
          <p:cNvSpPr/>
          <p:nvPr/>
        </p:nvSpPr>
        <p:spPr>
          <a:xfrm>
            <a:off x="8078510" y="6088142"/>
            <a:ext cx="3540443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 Classification</a:t>
            </a:r>
            <a:endParaRPr lang="en-US" sz="2430" dirty="0"/>
          </a:p>
        </p:txBody>
      </p:sp>
      <p:sp>
        <p:nvSpPr>
          <p:cNvPr id="18" name="Text 14"/>
          <p:cNvSpPr/>
          <p:nvPr/>
        </p:nvSpPr>
        <p:spPr>
          <a:xfrm>
            <a:off x="8078510" y="6622018"/>
            <a:ext cx="568785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Class probabilities are predicted for each grid cell.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78" y="1869758"/>
            <a:ext cx="4998125" cy="44900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70057" y="537686"/>
            <a:ext cx="4883468" cy="6104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07"/>
              </a:lnSpc>
              <a:buNone/>
            </a:pPr>
            <a:r>
              <a:rPr lang="en-US" sz="3845" b="1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YOLO Works</a:t>
            </a:r>
            <a:endParaRPr lang="en-US" sz="384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057" y="1441013"/>
            <a:ext cx="976670" cy="15626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39620" y="1636276"/>
            <a:ext cx="2441734" cy="3051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03"/>
              </a:lnSpc>
              <a:buNone/>
            </a:pPr>
            <a:r>
              <a:rPr lang="en-US" sz="1923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Step 1</a:t>
            </a:r>
            <a:endParaRPr lang="en-US" sz="1923" dirty="0"/>
          </a:p>
        </p:txBody>
      </p:sp>
      <p:sp>
        <p:nvSpPr>
          <p:cNvPr id="9" name="Text 4"/>
          <p:cNvSpPr/>
          <p:nvPr/>
        </p:nvSpPr>
        <p:spPr>
          <a:xfrm>
            <a:off x="7439620" y="2058591"/>
            <a:ext cx="6507123" cy="3125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1538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Divide the input image into an S×S grid.</a:t>
            </a:r>
            <a:endParaRPr lang="en-US" sz="1538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0057" y="3003709"/>
            <a:ext cx="976670" cy="15626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39620" y="3198971"/>
            <a:ext cx="2441734" cy="3051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03"/>
              </a:lnSpc>
              <a:buNone/>
            </a:pPr>
            <a:r>
              <a:rPr lang="en-US" sz="1923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Step 2</a:t>
            </a:r>
            <a:endParaRPr lang="en-US" sz="1923" dirty="0"/>
          </a:p>
        </p:txBody>
      </p:sp>
      <p:sp>
        <p:nvSpPr>
          <p:cNvPr id="12" name="Text 6"/>
          <p:cNvSpPr/>
          <p:nvPr/>
        </p:nvSpPr>
        <p:spPr>
          <a:xfrm>
            <a:off x="7439620" y="3621286"/>
            <a:ext cx="6507123" cy="3125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1538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Predict B bounding boxes and confidence scores for each grid cell.</a:t>
            </a:r>
            <a:endParaRPr lang="en-US" sz="1538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057" y="4566404"/>
            <a:ext cx="976670" cy="156269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39620" y="4761667"/>
            <a:ext cx="2441734" cy="3051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03"/>
              </a:lnSpc>
              <a:buNone/>
            </a:pPr>
            <a:r>
              <a:rPr lang="en-US" sz="1923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Step 3</a:t>
            </a:r>
            <a:endParaRPr lang="en-US" sz="1923" dirty="0"/>
          </a:p>
        </p:txBody>
      </p:sp>
      <p:sp>
        <p:nvSpPr>
          <p:cNvPr id="15" name="Text 8"/>
          <p:cNvSpPr/>
          <p:nvPr/>
        </p:nvSpPr>
        <p:spPr>
          <a:xfrm>
            <a:off x="7439620" y="5183981"/>
            <a:ext cx="6507123" cy="3125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1538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Classify the object within each bounding box.</a:t>
            </a:r>
            <a:endParaRPr lang="en-US" sz="1538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0057" y="6129099"/>
            <a:ext cx="976670" cy="156269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39620" y="6324362"/>
            <a:ext cx="2441734" cy="3051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03"/>
              </a:lnSpc>
              <a:buNone/>
            </a:pPr>
            <a:r>
              <a:rPr lang="en-US" sz="1923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Step 4</a:t>
            </a:r>
            <a:endParaRPr lang="en-US" sz="1923" dirty="0"/>
          </a:p>
        </p:txBody>
      </p:sp>
      <p:sp>
        <p:nvSpPr>
          <p:cNvPr id="18" name="Text 10"/>
          <p:cNvSpPr/>
          <p:nvPr/>
        </p:nvSpPr>
        <p:spPr>
          <a:xfrm>
            <a:off x="7439620" y="6746677"/>
            <a:ext cx="6507123" cy="3125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1538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Apply Non-Max Suppression to remove duplicate detections.</a:t>
            </a:r>
            <a:endParaRPr lang="en-US" sz="1538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" y="0"/>
            <a:ext cx="1469136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06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543"/>
            <a:ext cx="12975166" cy="733674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862437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59" y="0"/>
            <a:ext cx="12750342" cy="7157156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28836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970933" cy="704658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63322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927" y="0"/>
            <a:ext cx="12970473" cy="719102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236459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"/>
          <a:stretch/>
        </p:blipFill>
        <p:spPr>
          <a:xfrm>
            <a:off x="-1" y="0"/>
            <a:ext cx="7044267" cy="50051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945" y="3149601"/>
            <a:ext cx="7499456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162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19378" cy="748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97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57" y="-1"/>
            <a:ext cx="12426244" cy="710071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012245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781530" cy="67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218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819" y="0"/>
            <a:ext cx="12771581" cy="736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633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30667" cy="726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138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578" y="-1"/>
            <a:ext cx="12575822" cy="752876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207966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1067995"/>
            <a:ext cx="10826043" cy="60082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630511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173" y="1023760"/>
            <a:ext cx="10935680" cy="62688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724800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036" y="1275645"/>
            <a:ext cx="11064239" cy="5486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561941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037" y="3767852"/>
            <a:ext cx="7050524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u="sng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Advantages of YOLO</a:t>
            </a:r>
            <a:endParaRPr lang="en-US" sz="4860" u="sng" dirty="0"/>
          </a:p>
        </p:txBody>
      </p:sp>
      <p:sp>
        <p:nvSpPr>
          <p:cNvPr id="6" name="Shape 3"/>
          <p:cNvSpPr/>
          <p:nvPr/>
        </p:nvSpPr>
        <p:spPr>
          <a:xfrm>
            <a:off x="864037" y="4909661"/>
            <a:ext cx="4136231" cy="2638187"/>
          </a:xfrm>
          <a:prstGeom prst="roundRect">
            <a:avLst>
              <a:gd name="adj" fmla="val 3930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26093" y="517171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u="sng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Speed</a:t>
            </a:r>
            <a:endParaRPr lang="en-US" sz="2430" u="sng" dirty="0"/>
          </a:p>
        </p:txBody>
      </p:sp>
      <p:sp>
        <p:nvSpPr>
          <p:cNvPr id="8" name="Text 5"/>
          <p:cNvSpPr/>
          <p:nvPr/>
        </p:nvSpPr>
        <p:spPr>
          <a:xfrm>
            <a:off x="1126093" y="5705594"/>
            <a:ext cx="361211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YOLO processes images in real-time, making it highly efficient.</a:t>
            </a:r>
            <a:endParaRPr lang="en-US" sz="1944" dirty="0"/>
          </a:p>
        </p:txBody>
      </p:sp>
      <p:sp>
        <p:nvSpPr>
          <p:cNvPr id="9" name="Shape 6"/>
          <p:cNvSpPr/>
          <p:nvPr/>
        </p:nvSpPr>
        <p:spPr>
          <a:xfrm>
            <a:off x="5247084" y="4909661"/>
            <a:ext cx="4136231" cy="2638187"/>
          </a:xfrm>
          <a:prstGeom prst="roundRect">
            <a:avLst>
              <a:gd name="adj" fmla="val 3930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09141" y="517171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u="sng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Accuracy</a:t>
            </a:r>
            <a:endParaRPr lang="en-US" sz="2430" u="sng" dirty="0"/>
          </a:p>
        </p:txBody>
      </p:sp>
      <p:sp>
        <p:nvSpPr>
          <p:cNvPr id="11" name="Text 8"/>
          <p:cNvSpPr/>
          <p:nvPr/>
        </p:nvSpPr>
        <p:spPr>
          <a:xfrm>
            <a:off x="5509141" y="5705594"/>
            <a:ext cx="361211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YOLO achieves high accuracy with fewer background errors.</a:t>
            </a:r>
            <a:endParaRPr lang="en-US" sz="1944" dirty="0"/>
          </a:p>
        </p:txBody>
      </p:sp>
      <p:sp>
        <p:nvSpPr>
          <p:cNvPr id="12" name="Shape 9"/>
          <p:cNvSpPr/>
          <p:nvPr/>
        </p:nvSpPr>
        <p:spPr>
          <a:xfrm>
            <a:off x="9630132" y="4909661"/>
            <a:ext cx="4136231" cy="2638187"/>
          </a:xfrm>
          <a:prstGeom prst="roundRect">
            <a:avLst>
              <a:gd name="adj" fmla="val 3930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92189" y="517171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u="sng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Unified Model</a:t>
            </a:r>
            <a:endParaRPr lang="en-US" sz="2430" u="sng" dirty="0"/>
          </a:p>
        </p:txBody>
      </p:sp>
      <p:sp>
        <p:nvSpPr>
          <p:cNvPr id="14" name="Text 11"/>
          <p:cNvSpPr/>
          <p:nvPr/>
        </p:nvSpPr>
        <p:spPr>
          <a:xfrm>
            <a:off x="9892189" y="5705594"/>
            <a:ext cx="3612118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YOLO uses a single neural network to predict bounding boxes and class probabilities directly.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324017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32401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79" y="2626757"/>
            <a:ext cx="5054322" cy="30705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1238" y="475178"/>
            <a:ext cx="7860863" cy="540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b="1" u="sng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Real-World Applications of YOLO</a:t>
            </a:r>
            <a:endParaRPr lang="en-US" sz="3402" u="sng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8" y="1274445"/>
            <a:ext cx="431959" cy="4319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91238" y="1879163"/>
            <a:ext cx="2407325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Autonomous Driving</a:t>
            </a:r>
            <a:endParaRPr lang="en-US" sz="1701" dirty="0"/>
          </a:p>
        </p:txBody>
      </p:sp>
      <p:sp>
        <p:nvSpPr>
          <p:cNvPr id="9" name="Text 4"/>
          <p:cNvSpPr/>
          <p:nvPr/>
        </p:nvSpPr>
        <p:spPr>
          <a:xfrm>
            <a:off x="6091238" y="2252663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Vehicle and pedestrian detection</a:t>
            </a:r>
            <a:endParaRPr lang="en-US" sz="1361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238" y="3047643"/>
            <a:ext cx="431959" cy="4319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1238" y="3652361"/>
            <a:ext cx="2979658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Security and Surveillance</a:t>
            </a:r>
            <a:endParaRPr lang="en-US" sz="1701" dirty="0"/>
          </a:p>
        </p:txBody>
      </p:sp>
      <p:sp>
        <p:nvSpPr>
          <p:cNvPr id="12" name="Text 6"/>
          <p:cNvSpPr/>
          <p:nvPr/>
        </p:nvSpPr>
        <p:spPr>
          <a:xfrm>
            <a:off x="6091238" y="4025860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Identifying suspicious activities</a:t>
            </a:r>
            <a:endParaRPr lang="en-US" sz="1361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1238" y="4820841"/>
            <a:ext cx="431959" cy="4319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91238" y="5425559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Medical Imaging</a:t>
            </a:r>
            <a:endParaRPr lang="en-US" sz="1701" dirty="0"/>
          </a:p>
        </p:txBody>
      </p:sp>
      <p:sp>
        <p:nvSpPr>
          <p:cNvPr id="15" name="Text 8"/>
          <p:cNvSpPr/>
          <p:nvPr/>
        </p:nvSpPr>
        <p:spPr>
          <a:xfrm>
            <a:off x="6091238" y="5799058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Detecting anomalies in scans</a:t>
            </a:r>
            <a:endParaRPr lang="en-US" sz="1361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8" y="6594038"/>
            <a:ext cx="431959" cy="43195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091238" y="7198757"/>
            <a:ext cx="247995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Robotics and Drones</a:t>
            </a:r>
            <a:endParaRPr lang="en-US" sz="1701" dirty="0"/>
          </a:p>
        </p:txBody>
      </p:sp>
      <p:sp>
        <p:nvSpPr>
          <p:cNvPr id="18" name="Text 10"/>
          <p:cNvSpPr/>
          <p:nvPr/>
        </p:nvSpPr>
        <p:spPr>
          <a:xfrm>
            <a:off x="6091238" y="7572256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Obstacle detection and avoidance</a:t>
            </a:r>
            <a:endParaRPr lang="en-US" sz="136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9" y="3262670"/>
            <a:ext cx="4868942" cy="17041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1828086"/>
            <a:ext cx="74159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YOLO Demo and Scratch Code</a:t>
            </a:r>
            <a:endParaRPr lang="en-US" sz="4860" dirty="0"/>
          </a:p>
        </p:txBody>
      </p:sp>
      <p:sp>
        <p:nvSpPr>
          <p:cNvPr id="7" name="Shape 3"/>
          <p:cNvSpPr/>
          <p:nvPr/>
        </p:nvSpPr>
        <p:spPr>
          <a:xfrm>
            <a:off x="6350437" y="401907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55938" y="4111585"/>
            <a:ext cx="144423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916" dirty="0"/>
          </a:p>
        </p:txBody>
      </p:sp>
      <p:sp>
        <p:nvSpPr>
          <p:cNvPr id="9" name="Text 5"/>
          <p:cNvSpPr/>
          <p:nvPr/>
        </p:nvSpPr>
        <p:spPr>
          <a:xfrm>
            <a:off x="7152680" y="4019074"/>
            <a:ext cx="32120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Demo Introduction</a:t>
            </a:r>
            <a:endParaRPr lang="en-US" sz="2430" dirty="0"/>
          </a:p>
        </p:txBody>
      </p:sp>
      <p:sp>
        <p:nvSpPr>
          <p:cNvPr id="10" name="Text 6"/>
          <p:cNvSpPr/>
          <p:nvPr/>
        </p:nvSpPr>
        <p:spPr>
          <a:xfrm>
            <a:off x="7152680" y="4552950"/>
            <a:ext cx="661368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Hands-on demonstration of the YOLO algorithm in action.</a:t>
            </a:r>
            <a:endParaRPr lang="en-US" sz="1944" dirty="0"/>
          </a:p>
        </p:txBody>
      </p:sp>
      <p:sp>
        <p:nvSpPr>
          <p:cNvPr id="11" name="Shape 7"/>
          <p:cNvSpPr/>
          <p:nvPr/>
        </p:nvSpPr>
        <p:spPr>
          <a:xfrm>
            <a:off x="6350437" y="547247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12600" y="5564981"/>
            <a:ext cx="231100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916" dirty="0"/>
          </a:p>
        </p:txBody>
      </p:sp>
      <p:sp>
        <p:nvSpPr>
          <p:cNvPr id="13" name="Text 9"/>
          <p:cNvSpPr/>
          <p:nvPr/>
        </p:nvSpPr>
        <p:spPr>
          <a:xfrm>
            <a:off x="7152680" y="5472470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Required Tools</a:t>
            </a:r>
            <a:endParaRPr lang="en-US" sz="2430" dirty="0"/>
          </a:p>
        </p:txBody>
      </p:sp>
      <p:sp>
        <p:nvSpPr>
          <p:cNvPr id="14" name="Text 10"/>
          <p:cNvSpPr/>
          <p:nvPr/>
        </p:nvSpPr>
        <p:spPr>
          <a:xfrm>
            <a:off x="7152680" y="6006346"/>
            <a:ext cx="661368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Python, OpenCV, YOLO weights and configuration files.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2491740"/>
            <a:ext cx="4869180" cy="3246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1490543"/>
            <a:ext cx="74159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u="sng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Setting Up the Environment</a:t>
            </a:r>
            <a:endParaRPr lang="en-US" sz="4860" u="sng" dirty="0"/>
          </a:p>
        </p:txBody>
      </p:sp>
      <p:sp>
        <p:nvSpPr>
          <p:cNvPr id="7" name="Shape 3"/>
          <p:cNvSpPr/>
          <p:nvPr/>
        </p:nvSpPr>
        <p:spPr>
          <a:xfrm>
            <a:off x="6350437" y="3403878"/>
            <a:ext cx="7415927" cy="3335179"/>
          </a:xfrm>
          <a:prstGeom prst="roundRect">
            <a:avLst>
              <a:gd name="adj" fmla="val 3109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365677" y="3419118"/>
            <a:ext cx="73854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6612493" y="3574852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Install Libraries</a:t>
            </a:r>
            <a:endParaRPr lang="en-US" sz="1944" dirty="0"/>
          </a:p>
        </p:txBody>
      </p:sp>
      <p:sp>
        <p:nvSpPr>
          <p:cNvPr id="10" name="Text 6"/>
          <p:cNvSpPr/>
          <p:nvPr/>
        </p:nvSpPr>
        <p:spPr>
          <a:xfrm>
            <a:off x="10309027" y="3574852"/>
            <a:ext cx="3195280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pip install opencv-python numpy</a:t>
            </a:r>
            <a:endParaRPr lang="en-US" sz="1944" dirty="0"/>
          </a:p>
        </p:txBody>
      </p:sp>
      <p:sp>
        <p:nvSpPr>
          <p:cNvPr id="11" name="Shape 7"/>
          <p:cNvSpPr/>
          <p:nvPr/>
        </p:nvSpPr>
        <p:spPr>
          <a:xfrm>
            <a:off x="6365677" y="4520684"/>
            <a:ext cx="73854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612493" y="4676418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Download YOLO Files</a:t>
            </a:r>
            <a:endParaRPr lang="en-US" sz="1944" dirty="0"/>
          </a:p>
        </p:txBody>
      </p:sp>
      <p:sp>
        <p:nvSpPr>
          <p:cNvPr id="13" name="Text 9"/>
          <p:cNvSpPr/>
          <p:nvPr/>
        </p:nvSpPr>
        <p:spPr>
          <a:xfrm>
            <a:off x="10309027" y="4676418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yolov3.weights, yolov3.cfg</a:t>
            </a:r>
            <a:endParaRPr lang="en-US" sz="1944" dirty="0"/>
          </a:p>
        </p:txBody>
      </p:sp>
      <p:sp>
        <p:nvSpPr>
          <p:cNvPr id="14" name="Shape 10"/>
          <p:cNvSpPr/>
          <p:nvPr/>
        </p:nvSpPr>
        <p:spPr>
          <a:xfrm>
            <a:off x="6365677" y="5227201"/>
            <a:ext cx="7385447" cy="149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612493" y="5382935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Load the Model</a:t>
            </a:r>
            <a:endParaRPr lang="en-US" sz="1944" dirty="0"/>
          </a:p>
        </p:txBody>
      </p:sp>
      <p:sp>
        <p:nvSpPr>
          <p:cNvPr id="16" name="Text 12"/>
          <p:cNvSpPr/>
          <p:nvPr/>
        </p:nvSpPr>
        <p:spPr>
          <a:xfrm>
            <a:off x="10309027" y="5382935"/>
            <a:ext cx="3195280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net = cv2.dnn.readNet("yolov3.weights", "yolov3.cfg")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1556504"/>
            <a:ext cx="4869061" cy="51165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037" y="1818799"/>
            <a:ext cx="6972181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u="sng" dirty="0">
                <a:solidFill>
                  <a:srgbClr val="2339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Conclusion and Q&amp;A</a:t>
            </a:r>
            <a:endParaRPr lang="en-US" sz="4860" u="sng" dirty="0"/>
          </a:p>
        </p:txBody>
      </p:sp>
      <p:sp>
        <p:nvSpPr>
          <p:cNvPr id="7" name="Shape 3"/>
          <p:cNvSpPr/>
          <p:nvPr/>
        </p:nvSpPr>
        <p:spPr>
          <a:xfrm>
            <a:off x="864037" y="323826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69538" y="3330773"/>
            <a:ext cx="144423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916" dirty="0"/>
          </a:p>
        </p:txBody>
      </p:sp>
      <p:sp>
        <p:nvSpPr>
          <p:cNvPr id="9" name="Text 5"/>
          <p:cNvSpPr/>
          <p:nvPr/>
        </p:nvSpPr>
        <p:spPr>
          <a:xfrm>
            <a:off x="1666280" y="3238262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Summary</a:t>
            </a:r>
            <a:endParaRPr lang="en-US" sz="2430" dirty="0"/>
          </a:p>
        </p:txBody>
      </p:sp>
      <p:sp>
        <p:nvSpPr>
          <p:cNvPr id="10" name="Text 6"/>
          <p:cNvSpPr/>
          <p:nvPr/>
        </p:nvSpPr>
        <p:spPr>
          <a:xfrm>
            <a:off x="1666280" y="3772138"/>
            <a:ext cx="661368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YOLO is a powerful real-time object detection system with high speed and accuracy.</a:t>
            </a:r>
            <a:endParaRPr lang="en-US" sz="1944" dirty="0"/>
          </a:p>
        </p:txBody>
      </p:sp>
      <p:sp>
        <p:nvSpPr>
          <p:cNvPr id="11" name="Shape 7"/>
          <p:cNvSpPr/>
          <p:nvPr/>
        </p:nvSpPr>
        <p:spPr>
          <a:xfrm>
            <a:off x="864037" y="508670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26200" y="5179219"/>
            <a:ext cx="231100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916" dirty="0"/>
          </a:p>
        </p:txBody>
      </p:sp>
      <p:sp>
        <p:nvSpPr>
          <p:cNvPr id="13" name="Text 9"/>
          <p:cNvSpPr/>
          <p:nvPr/>
        </p:nvSpPr>
        <p:spPr>
          <a:xfrm>
            <a:off x="1666280" y="5086707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Next Steps</a:t>
            </a:r>
            <a:endParaRPr lang="en-US" sz="2430" dirty="0"/>
          </a:p>
        </p:txBody>
      </p:sp>
      <p:sp>
        <p:nvSpPr>
          <p:cNvPr id="14" name="Text 10"/>
          <p:cNvSpPr/>
          <p:nvPr/>
        </p:nvSpPr>
        <p:spPr>
          <a:xfrm>
            <a:off x="1666280" y="5620583"/>
            <a:ext cx="661368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 smtClean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Exploring 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code further and experiment with YOLO for </a:t>
            </a:r>
            <a:r>
              <a:rPr lang="en-US" sz="1944" dirty="0" smtClean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projects</a:t>
            </a:r>
            <a:r>
              <a:rPr lang="en-US" sz="1944" dirty="0">
                <a:solidFill>
                  <a:srgbClr val="3B4E4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471</TotalTime>
  <Words>441</Words>
  <Application>Microsoft Office PowerPoint</Application>
  <PresentationFormat>Custom</PresentationFormat>
  <Paragraphs>90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Gill Sans MT</vt:lpstr>
      <vt:lpstr>Overpass</vt:lpstr>
      <vt:lpstr>Syne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</cp:lastModifiedBy>
  <cp:revision>32</cp:revision>
  <dcterms:created xsi:type="dcterms:W3CDTF">2024-07-26T13:29:15Z</dcterms:created>
  <dcterms:modified xsi:type="dcterms:W3CDTF">2024-07-29T09:24:49Z</dcterms:modified>
</cp:coreProperties>
</file>